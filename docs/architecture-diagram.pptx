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887200" cy="9235440"/>
  <p:notesSz cx="9235440" cy="11887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9"/>
                </a:solidFill>
              </a:rPr>
              <a:t>Technical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</a:rPr>
              <a:t>Vendor Query Assistant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641600" y="1872488"/>
            <a:ext cx="2509520" cy="581152"/>
          </a:xfrm>
          <a:prstGeom prst="line">
            <a:avLst/>
          </a:prstGeom>
          <a:noFill/>
          <a:ln w="1587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151120" y="1872488"/>
            <a:ext cx="-2509520" cy="581152"/>
          </a:xfrm>
          <a:prstGeom prst="line">
            <a:avLst/>
          </a:prstGeom>
          <a:noFill/>
          <a:ln w="1587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41600" y="3298952"/>
            <a:ext cx="-2509520" cy="739648"/>
          </a:xfrm>
          <a:prstGeom prst="line">
            <a:avLst/>
          </a:prstGeom>
          <a:noFill/>
          <a:ln w="1587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151120" y="3298952"/>
            <a:ext cx="924560" cy="739648"/>
          </a:xfrm>
          <a:prstGeom prst="line">
            <a:avLst/>
          </a:prstGeom>
          <a:noFill/>
          <a:ln w="1587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41600" y="4646168"/>
            <a:ext cx="0" cy="713232"/>
          </a:xfrm>
          <a:prstGeom prst="line">
            <a:avLst/>
          </a:prstGeom>
          <a:noFill/>
          <a:ln w="1587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41600" y="4646168"/>
            <a:ext cx="3434080" cy="713232"/>
          </a:xfrm>
          <a:prstGeom prst="line">
            <a:avLst/>
          </a:prstGeom>
          <a:noFill/>
          <a:ln w="1587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41600" y="4646168"/>
            <a:ext cx="6868160" cy="713232"/>
          </a:xfrm>
          <a:prstGeom prst="line">
            <a:avLst/>
          </a:prstGeom>
          <a:noFill/>
          <a:ln w="1587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13280" y="6072632"/>
            <a:ext cx="-528320" cy="871728"/>
          </a:xfrm>
          <a:prstGeom prst="line">
            <a:avLst/>
          </a:prstGeom>
          <a:noFill/>
          <a:ln w="1587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113280" y="6371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B7C"/>
                </a:solidFill>
              </a:rPr>
              <a:t>live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41600" y="6072632"/>
            <a:ext cx="3169920" cy="871728"/>
          </a:xfrm>
          <a:prstGeom prst="line">
            <a:avLst/>
          </a:prstGeom>
          <a:noFill/>
          <a:ln w="15875">
            <a:solidFill>
              <a:srgbClr val="5B6B7C"/>
            </a:solidFill>
            <a:prstDash val="dash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641600" y="6371336"/>
            <a:ext cx="316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B7C"/>
                </a:solidFill>
              </a:rPr>
              <a:t>dev 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509760" y="6072632"/>
            <a:ext cx="0" cy="871728"/>
          </a:xfrm>
          <a:prstGeom prst="line">
            <a:avLst/>
          </a:prstGeom>
          <a:noFill/>
          <a:ln w="15875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88720" y="1264920"/>
            <a:ext cx="2905760" cy="607568"/>
          </a:xfrm>
          <a:prstGeom prst="roundRect">
            <a:avLst>
              <a:gd name="adj" fmla="val 6020"/>
            </a:avLst>
          </a:prstGeom>
          <a:solidFill>
            <a:srgbClr val="FFFFFF"/>
          </a:solidFill>
          <a:ln w="12700">
            <a:solidFill>
              <a:srgbClr val="C9CC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1301496"/>
            <a:ext cx="2686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Vendor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1520952"/>
            <a:ext cx="2686304" cy="31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Browser — chat portal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07760" y="1264920"/>
            <a:ext cx="2905760" cy="607568"/>
          </a:xfrm>
          <a:prstGeom prst="roundRect">
            <a:avLst>
              <a:gd name="adj" fmla="val 6020"/>
            </a:avLst>
          </a:prstGeom>
          <a:solidFill>
            <a:srgbClr val="FFFFFF"/>
          </a:solidFill>
          <a:ln w="12700">
            <a:solidFill>
              <a:srgbClr val="C9CC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7488" y="1301496"/>
            <a:ext cx="2686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Business 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7488" y="1520952"/>
            <a:ext cx="2686304" cy="31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Browser — Service Desk dashboard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88720" y="2453640"/>
            <a:ext cx="7924800" cy="84531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C9CC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2490216"/>
            <a:ext cx="7705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Next.js Application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98448" y="2709672"/>
            <a:ext cx="7705344" cy="552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app/page.tsx (Vendor Portal UI)   ·   app/admin (Admin Dashboard UI)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app/api/* route handlers   ·   proxy.ts (admin session gate)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88720" y="4038600"/>
            <a:ext cx="2905760" cy="607568"/>
          </a:xfrm>
          <a:prstGeom prst="roundRect">
            <a:avLst>
              <a:gd name="adj" fmla="val 6020"/>
            </a:avLst>
          </a:prstGeom>
          <a:solidFill>
            <a:srgbClr val="FFFFFF"/>
          </a:solidFill>
          <a:ln w="12700">
            <a:solidFill>
              <a:srgbClr val="C9CC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4075176"/>
            <a:ext cx="2686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lib/resolver.ts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98448" y="4294632"/>
            <a:ext cx="2686304" cy="31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Auto-resolve or escalate + log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22800" y="4038600"/>
            <a:ext cx="2905760" cy="607568"/>
          </a:xfrm>
          <a:prstGeom prst="roundRect">
            <a:avLst>
              <a:gd name="adj" fmla="val 6020"/>
            </a:avLst>
          </a:prstGeom>
          <a:solidFill>
            <a:srgbClr val="FFFFFF"/>
          </a:solidFill>
          <a:ln w="12700">
            <a:solidFill>
              <a:srgbClr val="C9CC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2528" y="4075176"/>
            <a:ext cx="2686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lib/auth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2528" y="4294632"/>
            <a:ext cx="2686304" cy="31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OTP challenges, sessions, lockouts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188720" y="5359400"/>
            <a:ext cx="29057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CC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8448" y="5395976"/>
            <a:ext cx="2686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lib/sap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98448" y="5615432"/>
            <a:ext cx="2686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SapConnector interface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getSapConnector() — env switch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22800" y="5359400"/>
            <a:ext cx="29057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CC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2528" y="5395976"/>
            <a:ext cx="2686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lib/store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32528" y="5615432"/>
            <a:ext cx="2686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File-backed JSON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(.data/store.json)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056880" y="5359400"/>
            <a:ext cx="29057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CC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66608" y="5395976"/>
            <a:ext cx="2686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lib/email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66608" y="5615432"/>
            <a:ext cx="2686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Console (dev) / SMTP sender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96240" y="6944360"/>
            <a:ext cx="3434080" cy="792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22225">
            <a:solidFill>
              <a:srgbClr val="0F172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5968" y="6980936"/>
            <a:ext cx="3214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SAP S/4HANA Cloud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5968" y="7200392"/>
            <a:ext cx="3214624" cy="499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OData v2 · OAuth2 client-credentials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Production — default connector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094480" y="6944360"/>
            <a:ext cx="3434080" cy="792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22225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4208" y="6980936"/>
            <a:ext cx="3214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mock-sap-server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204208" y="7200392"/>
            <a:ext cx="3214624" cy="499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Standalone Express app + REST API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SAP_MODE=mock only — blocked when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NODE_ENV=production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56880" y="6944360"/>
            <a:ext cx="2905760" cy="7924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CC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66608" y="6980936"/>
            <a:ext cx="2686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SMTP Provider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66608" y="7200392"/>
            <a:ext cx="2686304" cy="499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OTP codes + ticket-resolution emails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B7C"/>
                </a:solidFill>
              </a:rPr>
              <a:t>sent to the vendor's inbox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8265160"/>
            <a:ext cx="201168" cy="1371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172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8219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Production path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651760" y="8265160"/>
            <a:ext cx="201168" cy="1371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9A22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8219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Dev-only, gated behind SAP_MODE=mock, blocked when NODE_ENV=production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8869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Every SAP call is live in production. The mock path exists only for local development and can never run when NODE_ENV=production.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2026-08-23T19:24:31Z</dcterms:created>
  <dcterms:modified xsi:type="dcterms:W3CDTF">2026-08-23T19:24:31Z</dcterms:modified>
</cp:coreProperties>
</file>